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1998-05D5-436C-B9C0-3AC0946280B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F9FE-380A-4C57-8539-B78227721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569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1998-05D5-436C-B9C0-3AC0946280B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F9FE-380A-4C57-8539-B78227721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432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1998-05D5-436C-B9C0-3AC0946280B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F9FE-380A-4C57-8539-B78227721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247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1998-05D5-436C-B9C0-3AC0946280B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F9FE-380A-4C57-8539-B78227721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524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1998-05D5-436C-B9C0-3AC0946280B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F9FE-380A-4C57-8539-B78227721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266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1998-05D5-436C-B9C0-3AC0946280B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F9FE-380A-4C57-8539-B78227721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293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1998-05D5-436C-B9C0-3AC0946280B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F9FE-380A-4C57-8539-B78227721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279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1998-05D5-436C-B9C0-3AC0946280B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F9FE-380A-4C57-8539-B78227721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072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1998-05D5-436C-B9C0-3AC0946280B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F9FE-380A-4C57-8539-B78227721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508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1998-05D5-436C-B9C0-3AC0946280B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F9FE-380A-4C57-8539-B78227721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971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1998-05D5-436C-B9C0-3AC0946280B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F9FE-380A-4C57-8539-B78227721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213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1998-05D5-436C-B9C0-3AC0946280B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F9FE-380A-4C57-8539-B7822772109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65234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1998-05D5-436C-B9C0-3AC0946280B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F9FE-380A-4C57-8539-B78227721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912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1998-05D5-436C-B9C0-3AC0946280B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F9FE-380A-4C57-8539-B78227721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8107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1998-05D5-436C-B9C0-3AC0946280B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F9FE-380A-4C57-8539-B78227721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5829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1998-05D5-436C-B9C0-3AC0946280B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F9FE-380A-4C57-8539-B78227721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2874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1998-05D5-436C-B9C0-3AC0946280B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F9FE-380A-4C57-8539-B78227721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FD81998-05D5-436C-B9C0-3AC0946280B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6F9FE-380A-4C57-8539-B78227721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815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  <p:sldLayoutId id="2147483833" r:id="rId13"/>
    <p:sldLayoutId id="2147483834" r:id="rId14"/>
    <p:sldLayoutId id="2147483835" r:id="rId15"/>
    <p:sldLayoutId id="2147483836" r:id="rId16"/>
    <p:sldLayoutId id="214748383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B7FE0-7387-A44C-F85D-C020BC586F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2092F1-409A-5CA0-6290-6DD07BA143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30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A83E4-669A-B2FA-5458-664F08554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2728735"/>
            <a:ext cx="9404723" cy="1400530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817843"/>
      </p:ext>
    </p:extLst>
  </p:cSld>
  <p:clrMapOvr>
    <a:masterClrMapping/>
  </p:clrMapOvr>
  <p:transition spd="slow">
    <p:randomBar dir="vert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</TotalTime>
  <Words>1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Century Gothic</vt:lpstr>
      <vt:lpstr>Times New Roman</vt:lpstr>
      <vt:lpstr>Wingdings 3</vt:lpstr>
      <vt:lpstr>Ion</vt:lpstr>
      <vt:lpstr>PowerPoint Presentation</vt:lpstr>
      <vt:lpstr>INTRODUCTION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muhammed nihal mp</dc:creator>
  <cp:lastModifiedBy>muhammed nihal mp</cp:lastModifiedBy>
  <cp:revision>1</cp:revision>
  <dcterms:created xsi:type="dcterms:W3CDTF">2025-11-15T18:22:49Z</dcterms:created>
  <dcterms:modified xsi:type="dcterms:W3CDTF">2025-11-15T18:33:37Z</dcterms:modified>
</cp:coreProperties>
</file>